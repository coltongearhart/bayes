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8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F99D-540D-C149-4E64-A8B007303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748EC-E570-0773-0DC7-1806C0AAB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C829-9792-690E-345B-1035D2B6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A77CD-B6E9-9F01-ADFE-7CFCBE1F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0E414-F6F3-233B-5B1B-91DD251C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BF95-F4A1-0663-3EAF-4A866DEF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BC82-093A-2EEF-AA8C-B2E09A9FB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B5533-CB04-D49F-7815-E419697D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5764D-F09F-F21E-5B71-5EADF834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9D5FC-51B8-DF81-186A-09D3DC3D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7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C29C-1B45-068F-3449-7A186E0C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DC11B-E532-1DB4-6CF2-16F654F73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37EA-0532-F5C6-60CB-2DA3E8E5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596AC-7A0C-42F7-906D-EA513DE4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03BC2-A245-59A8-C14D-55A8FC99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0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D36E-DDC0-85BA-F333-E52F4351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A1E11-DF36-84F3-8D14-B822DF3F0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2A5E3-AA40-94F3-830E-C9E95D430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39C4-305B-37A7-B82B-AB1A6D22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94F78-CFE1-2513-2FE6-EEFAEFC0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4B743-5F65-5AA6-5EC9-2136DED1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3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F2F4-74B5-7C20-F0F0-767B1A32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DA285-DE2E-AEBD-18A1-72BEB3A1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C1B75-518A-230F-70DC-D2F7B157B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997B3-9FBD-9774-2850-4F483EE39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CC26E-5A63-44C4-4490-908771DFC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1B0F4-5A64-9A22-0052-09AFE61F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183C0-2F8E-A61D-3DBA-59EDD886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559D7-2AEF-1FBB-69A1-C9E6D305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66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275B-97BA-FEC3-80F7-F9CA696B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86B07-F8EB-7C74-EF02-0813A51F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F7B99-3A86-356D-0048-43E1B921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A0B93-25E0-8BCA-E601-0C953729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AC7B5-FAE8-9EAC-ADD8-5715AE30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305D9-0D64-EBA1-300F-92B16AE0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D77F5-57E8-994F-E214-D67482CA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5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4B03-B52F-4AF5-DF7D-379B72A19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D057E-D769-8F06-6630-C9624B98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4CE80-82CF-9D58-D951-AD7AD2125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777F1-D67E-8749-F013-610FC7F4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A0F94-B91B-5C75-6149-0D760704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9F9C-B933-8177-9B7B-55DCE589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5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69F9-7A69-8306-04C8-222CAD0B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EB90C-A165-B5E3-6FCD-190DE0BFC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1B546-A893-B941-4E1C-A825D6DDE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4799B-11E9-FA98-12D1-236DE184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7BFF6-F787-6F28-9767-8279D9A3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805C4-D52F-9A2D-835D-BC965DE5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1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8AE9-2864-F52A-62BD-578E28AD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FF5F8-0D56-8C5C-AE30-699B0CDBF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F03C-39A8-BCF1-2167-31EB8166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C4A9-5317-1E8E-6163-E630BC61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B1A80-99AA-B8CF-D32F-E8980EF2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8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85A6A-D9C6-5601-B67B-242E6A636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D85BB-53C3-B312-BF5E-5248A2012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562E-D6BC-8364-2553-D8EDE179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DDF5-9849-2C6B-5131-A91C5D49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06D96-4F53-E8E8-ED45-214356C6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1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2B676-F7F0-044F-A00F-7DB3C568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6F48-33EC-3C86-4779-D96E83202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6F5B3-338D-49AF-DC58-48318BA3C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C0E3E-C5D8-F245-BA63-1F0B9D4241BA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3692-2447-A2F5-FC1E-DCB1BB45A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014CE-7BB4-D360-B9BD-60A4B08B6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3E16F-3F35-1B4C-AE59-6927DB787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794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Gearhart, Colton</dc:creator>
  <cp:lastModifiedBy>Gearhart, Colton</cp:lastModifiedBy>
  <cp:revision>4</cp:revision>
  <dcterms:created xsi:type="dcterms:W3CDTF">2026-02-04T20:12:43Z</dcterms:created>
  <dcterms:modified xsi:type="dcterms:W3CDTF">2026-02-04T20:15:50Z</dcterms:modified>
</cp:coreProperties>
</file>